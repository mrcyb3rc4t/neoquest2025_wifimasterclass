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61" r:id="rId4"/>
    <p:sldId id="263" r:id="rId5"/>
    <p:sldId id="258" r:id="rId6"/>
    <p:sldId id="264" r:id="rId7"/>
    <p:sldId id="259" r:id="rId8"/>
    <p:sldId id="260" r:id="rId9"/>
    <p:sldId id="267" r:id="rId10"/>
    <p:sldId id="268" r:id="rId11"/>
    <p:sldId id="262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82" y="2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B8D24-3320-4C22-AD81-326E5E0F8448}" type="datetimeFigureOut">
              <a:rPr lang="ru-RU" smtClean="0"/>
              <a:t>25.09.2025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550F1-9FB7-4AF8-8B8F-5BDFE7D50C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8675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B8D24-3320-4C22-AD81-326E5E0F8448}" type="datetimeFigureOut">
              <a:rPr lang="ru-RU" smtClean="0"/>
              <a:t>25.09.2025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550F1-9FB7-4AF8-8B8F-5BDFE7D50C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0635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B8D24-3320-4C22-AD81-326E5E0F8448}" type="datetimeFigureOut">
              <a:rPr lang="ru-RU" smtClean="0"/>
              <a:t>25.09.2025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550F1-9FB7-4AF8-8B8F-5BDFE7D50C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2833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B8D24-3320-4C22-AD81-326E5E0F8448}" type="datetimeFigureOut">
              <a:rPr lang="ru-RU" smtClean="0"/>
              <a:t>25.09.2025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550F1-9FB7-4AF8-8B8F-5BDFE7D50C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5197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B8D24-3320-4C22-AD81-326E5E0F8448}" type="datetimeFigureOut">
              <a:rPr lang="ru-RU" smtClean="0"/>
              <a:t>25.09.2025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550F1-9FB7-4AF8-8B8F-5BDFE7D50C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173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B8D24-3320-4C22-AD81-326E5E0F8448}" type="datetimeFigureOut">
              <a:rPr lang="ru-RU" smtClean="0"/>
              <a:t>25.09.2025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550F1-9FB7-4AF8-8B8F-5BDFE7D50C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1233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B8D24-3320-4C22-AD81-326E5E0F8448}" type="datetimeFigureOut">
              <a:rPr lang="ru-RU" smtClean="0"/>
              <a:t>25.09.2025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550F1-9FB7-4AF8-8B8F-5BDFE7D50C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292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B8D24-3320-4C22-AD81-326E5E0F8448}" type="datetimeFigureOut">
              <a:rPr lang="ru-RU" smtClean="0"/>
              <a:t>25.09.2025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550F1-9FB7-4AF8-8B8F-5BDFE7D50C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2811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D20B8D24-3320-4C22-AD81-326E5E0F8448}" type="datetimeFigureOut">
              <a:rPr lang="ru-RU" smtClean="0"/>
              <a:t>25.09.2025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260550F1-9FB7-4AF8-8B8F-5BDFE7D50C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2916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B8D24-3320-4C22-AD81-326E5E0F8448}" type="datetimeFigureOut">
              <a:rPr lang="ru-RU" smtClean="0"/>
              <a:t>25.09.2025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550F1-9FB7-4AF8-8B8F-5BDFE7D50C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6706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B8D24-3320-4C22-AD81-326E5E0F8448}" type="datetimeFigureOut">
              <a:rPr lang="ru-RU" smtClean="0"/>
              <a:t>25.09.2025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550F1-9FB7-4AF8-8B8F-5BDFE7D50C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9732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B8D24-3320-4C22-AD81-326E5E0F8448}" type="datetimeFigureOut">
              <a:rPr lang="ru-RU" smtClean="0"/>
              <a:t>25.09.2025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550F1-9FB7-4AF8-8B8F-5BDFE7D50C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52980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B8D24-3320-4C22-AD81-326E5E0F8448}" type="datetimeFigureOut">
              <a:rPr lang="ru-RU" smtClean="0"/>
              <a:t>25.09.2025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550F1-9FB7-4AF8-8B8F-5BDFE7D50C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05941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B8D24-3320-4C22-AD81-326E5E0F8448}" type="datetimeFigureOut">
              <a:rPr lang="ru-RU" smtClean="0"/>
              <a:t>25.09.2025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550F1-9FB7-4AF8-8B8F-5BDFE7D50C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26441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B8D24-3320-4C22-AD81-326E5E0F8448}" type="datetimeFigureOut">
              <a:rPr lang="ru-RU" smtClean="0"/>
              <a:t>25.09.2025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550F1-9FB7-4AF8-8B8F-5BDFE7D50C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04849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B8D24-3320-4C22-AD81-326E5E0F8448}" type="datetimeFigureOut">
              <a:rPr lang="ru-RU" smtClean="0"/>
              <a:t>25.09.2025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550F1-9FB7-4AF8-8B8F-5BDFE7D50C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90366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B8D24-3320-4C22-AD81-326E5E0F8448}" type="datetimeFigureOut">
              <a:rPr lang="ru-RU" smtClean="0"/>
              <a:t>25.09.2025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550F1-9FB7-4AF8-8B8F-5BDFE7D50C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4958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20B8D24-3320-4C22-AD81-326E5E0F8448}" type="datetimeFigureOut">
              <a:rPr lang="ru-RU" smtClean="0"/>
              <a:t>25.09.2025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260550F1-9FB7-4AF8-8B8F-5BDFE7D50C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43678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  <p:sldLayoutId id="2147483752" r:id="rId14"/>
    <p:sldLayoutId id="2147483753" r:id="rId15"/>
    <p:sldLayoutId id="2147483754" r:id="rId16"/>
    <p:sldLayoutId id="214748375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2A5E04-C356-85D9-91AD-BDDBC64391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А так ли безопасен ваш </a:t>
            </a:r>
            <a:r>
              <a:rPr lang="en-US" dirty="0"/>
              <a:t>Wi-Fi?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4F52BAC-B76B-E8F2-7685-AE67B68C6D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Как и зачем хакеры попадают в вашу домашнюю сеть и что они там делают?</a:t>
            </a:r>
          </a:p>
        </p:txBody>
      </p:sp>
    </p:spTree>
    <p:extLst>
      <p:ext uri="{BB962C8B-B14F-4D97-AF65-F5344CB8AC3E}">
        <p14:creationId xmlns:p14="http://schemas.microsoft.com/office/powerpoint/2010/main" val="3742740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DAAF78-C2FA-8546-A81B-F7BE6E05B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400" dirty="0"/>
              <a:t>Дом – это НЕ крепость</a:t>
            </a:r>
          </a:p>
        </p:txBody>
      </p:sp>
      <p:pic>
        <p:nvPicPr>
          <p:cNvPr id="10" name="Объект 9" descr="Изображение выглядит как снимок экрана, небо, аниме">
            <a:extLst>
              <a:ext uri="{FF2B5EF4-FFF2-40B4-BE49-F238E27FC236}">
                <a16:creationId xmlns:a16="http://schemas.microsoft.com/office/drawing/2014/main" id="{7BD1C01D-D43A-0486-35A6-5B905BD3B5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5484813" y="609600"/>
            <a:ext cx="5181600" cy="5181600"/>
          </a:xfrm>
        </p:spPr>
      </p:pic>
      <p:sp>
        <p:nvSpPr>
          <p:cNvPr id="13" name="Текст 12">
            <a:extLst>
              <a:ext uri="{FF2B5EF4-FFF2-40B4-BE49-F238E27FC236}">
                <a16:creationId xmlns:a16="http://schemas.microsoft.com/office/drawing/2014/main" id="{0537037C-A290-5C06-0215-39E5E0F65E8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Криптомайнинг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Ботнеты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Кража данных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Плацдарм для атак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Шантаж и слежка</a:t>
            </a:r>
          </a:p>
        </p:txBody>
      </p:sp>
    </p:spTree>
    <p:extLst>
      <p:ext uri="{BB962C8B-B14F-4D97-AF65-F5344CB8AC3E}">
        <p14:creationId xmlns:p14="http://schemas.microsoft.com/office/powerpoint/2010/main" val="84570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A4C1FB-9D3E-4837-8CF6-DCC1A246A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ffectLst/>
              </a:rPr>
              <a:t>Как хакер попадает в сеть?</a:t>
            </a:r>
            <a:br>
              <a:rPr lang="ru-RU" b="1" dirty="0">
                <a:effectLst/>
              </a:rPr>
            </a:br>
            <a:endParaRPr lang="ru-RU" dirty="0"/>
          </a:p>
        </p:txBody>
      </p:sp>
      <p:pic>
        <p:nvPicPr>
          <p:cNvPr id="6" name="Объект 5" descr="Изображение выглядит как текст, Устройство отображения, СМИ, в помещении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991485B-EBAB-5B18-582C-48557C5BEE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4813" y="609600"/>
            <a:ext cx="5181600" cy="5181600"/>
          </a:xfr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F4930655-E825-2F4D-DFD0-A723B1C9785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Социальная инженерия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Уязвимости в прошивке роутера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Слабые настройки роутера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Фишинг</a:t>
            </a:r>
          </a:p>
        </p:txBody>
      </p:sp>
    </p:spTree>
    <p:extLst>
      <p:ext uri="{BB962C8B-B14F-4D97-AF65-F5344CB8AC3E}">
        <p14:creationId xmlns:p14="http://schemas.microsoft.com/office/powerpoint/2010/main" val="825515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74DEB1FE-80F9-0402-C625-AB63D1BAE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Слабые настройки роутера, распространенные пароли </a:t>
            </a:r>
            <a:r>
              <a:rPr lang="en-US" dirty="0"/>
              <a:t>Wi-fi </a:t>
            </a:r>
            <a:endParaRPr lang="ru-RU" dirty="0"/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A00D20F6-63C1-8D6E-4DB9-10F5CB46BC1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Персональная информация:</a:t>
            </a:r>
          </a:p>
          <a:p>
            <a:r>
              <a:rPr lang="ru-RU" dirty="0"/>
              <a:t>Номер телефона: 89999999999</a:t>
            </a:r>
          </a:p>
          <a:p>
            <a:r>
              <a:rPr lang="ru-RU" dirty="0"/>
              <a:t>Дата рождения: 15051995</a:t>
            </a:r>
          </a:p>
          <a:p>
            <a:r>
              <a:rPr lang="ru-RU" dirty="0"/>
              <a:t>Имена и фамилии: </a:t>
            </a:r>
            <a:r>
              <a:rPr lang="en-US" dirty="0" err="1"/>
              <a:t>ivanovivan</a:t>
            </a:r>
            <a:endParaRPr lang="en-US" dirty="0"/>
          </a:p>
          <a:p>
            <a:r>
              <a:rPr lang="ru-RU" dirty="0"/>
              <a:t>Номер квартиры</a:t>
            </a:r>
            <a:r>
              <a:rPr lang="en-US" dirty="0"/>
              <a:t>/</a:t>
            </a:r>
            <a:r>
              <a:rPr lang="ru-RU" dirty="0"/>
              <a:t>дома: </a:t>
            </a:r>
            <a:r>
              <a:rPr lang="en-US" dirty="0"/>
              <a:t>kvartira25</a:t>
            </a:r>
            <a:endParaRPr lang="ru-RU" dirty="0"/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4767C2F2-F1F6-8DBA-3AB5-87BBD81F5CF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Ленивые пароли:</a:t>
            </a:r>
            <a:endParaRPr lang="en-US" b="1" dirty="0"/>
          </a:p>
          <a:p>
            <a:r>
              <a:rPr lang="ru-RU" dirty="0"/>
              <a:t>Клавиатурные пути</a:t>
            </a:r>
            <a:r>
              <a:rPr lang="en-US" dirty="0"/>
              <a:t> (Keyboard Walks)</a:t>
            </a:r>
            <a:r>
              <a:rPr lang="ru-RU" dirty="0"/>
              <a:t>: </a:t>
            </a:r>
            <a:r>
              <a:rPr lang="en-US" dirty="0">
                <a:effectLst/>
              </a:rPr>
              <a:t>qwerty12345</a:t>
            </a:r>
            <a:endParaRPr lang="ru-RU" dirty="0"/>
          </a:p>
          <a:p>
            <a:r>
              <a:rPr lang="ru-RU" dirty="0"/>
              <a:t>Простые повторения:</a:t>
            </a:r>
            <a:r>
              <a:rPr lang="en-US" dirty="0"/>
              <a:t> 11111111</a:t>
            </a:r>
          </a:p>
          <a:p>
            <a:r>
              <a:rPr lang="en-US" dirty="0"/>
              <a:t>rockyou.txt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75141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94335E-1202-01AE-02EF-9BADFD7B4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Я внутри вашей сети. Что дальше?</a:t>
            </a:r>
          </a:p>
        </p:txBody>
      </p:sp>
      <p:pic>
        <p:nvPicPr>
          <p:cNvPr id="13" name="Объект 12" descr="Изображение выглядит как снимок экрана, человек, в помещении, лазер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5467DA0-8EDC-B16F-21BC-01E8EA9A97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4144" y="609600"/>
            <a:ext cx="5862937" cy="5181600"/>
          </a:xfrm>
        </p:spPr>
      </p:pic>
      <p:sp>
        <p:nvSpPr>
          <p:cNvPr id="14" name="Текст 13">
            <a:extLst>
              <a:ext uri="{FF2B5EF4-FFF2-40B4-BE49-F238E27FC236}">
                <a16:creationId xmlns:a16="http://schemas.microsoft.com/office/drawing/2014/main" id="{4BF35D95-6906-B2CD-1C58-ECB3695283F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Разведка в сети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Умные устройства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Компьютеры и телефоны пользователей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Роутер</a:t>
            </a:r>
          </a:p>
        </p:txBody>
      </p:sp>
    </p:spTree>
    <p:extLst>
      <p:ext uri="{BB962C8B-B14F-4D97-AF65-F5344CB8AC3E}">
        <p14:creationId xmlns:p14="http://schemas.microsoft.com/office/powerpoint/2010/main" val="1486360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5B85138F-15F1-4439-3113-28DF53C1F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Разведка в сети</a:t>
            </a:r>
          </a:p>
        </p:txBody>
      </p:sp>
      <p:pic>
        <p:nvPicPr>
          <p:cNvPr id="9" name="Объект 8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B623345-3383-2C2B-9FC5-DF1DE73976B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67" y="2401912"/>
            <a:ext cx="6150250" cy="3131250"/>
          </a:xfrm>
        </p:spPr>
      </p:pic>
      <p:pic>
        <p:nvPicPr>
          <p:cNvPr id="13" name="Объект 12" descr="Изображение выглядит как текст, снимок экрана, Шрифт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3CDE51E-81FE-CB48-448E-BCA2089ACD0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0613" y="2401911"/>
            <a:ext cx="5854974" cy="3131250"/>
          </a:xfrm>
        </p:spPr>
      </p:pic>
    </p:spTree>
    <p:extLst>
      <p:ext uri="{BB962C8B-B14F-4D97-AF65-F5344CB8AC3E}">
        <p14:creationId xmlns:p14="http://schemas.microsoft.com/office/powerpoint/2010/main" val="2782489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25E6DC-D422-8335-B080-E652B62FA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Атака на умные устройства</a:t>
            </a:r>
          </a:p>
        </p:txBody>
      </p:sp>
      <p:pic>
        <p:nvPicPr>
          <p:cNvPr id="6" name="Объект 5" descr="Изображение выглядит как в помещении, мебель, комната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23CC4E3-0B68-1D04-7DDF-458A8C89B0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4813" y="609600"/>
            <a:ext cx="5181600" cy="5181600"/>
          </a:xfr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7D0BD613-0B6D-EF43-C2DC-D6263EB27C5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Умные камеры</a:t>
            </a:r>
            <a:r>
              <a:rPr lang="en-US" dirty="0"/>
              <a:t>/</a:t>
            </a:r>
            <a:r>
              <a:rPr lang="ru-RU" dirty="0"/>
              <a:t>колонки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Умные замки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Умные лампы</a:t>
            </a:r>
            <a:r>
              <a:rPr lang="en-US" dirty="0"/>
              <a:t>/</a:t>
            </a:r>
            <a:r>
              <a:rPr lang="ru-RU" dirty="0"/>
              <a:t>розетки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Голосовые помощники</a:t>
            </a:r>
          </a:p>
        </p:txBody>
      </p:sp>
    </p:spTree>
    <p:extLst>
      <p:ext uri="{BB962C8B-B14F-4D97-AF65-F5344CB8AC3E}">
        <p14:creationId xmlns:p14="http://schemas.microsoft.com/office/powerpoint/2010/main" val="6655697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267B22-5473-E6D4-DA6B-E83DCAD2D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Атака на компьютеры и телефоны</a:t>
            </a:r>
          </a:p>
        </p:txBody>
      </p:sp>
      <p:pic>
        <p:nvPicPr>
          <p:cNvPr id="6" name="Объект 5" descr="Изображение выглядит как в помещении, компьютер, телевидение, сте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71A75E4-9EA5-8C6E-3284-6E3881BF28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4813" y="609600"/>
            <a:ext cx="5181600" cy="5181600"/>
          </a:xfr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0BF0459C-8216-D624-A08F-192F0BF88CF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Перехват трафика (</a:t>
            </a:r>
            <a:r>
              <a:rPr lang="en-US" dirty="0"/>
              <a:t>Wireshark)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Атака Человек-посередине (</a:t>
            </a:r>
            <a:r>
              <a:rPr lang="en-US" dirty="0"/>
              <a:t>MITM)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Поиск уязвимостей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369771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2B14E-0DE2-4AE1-9414-E5D98BBAE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240348D7-C551-CD3F-B24A-F0BB5D402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-283200"/>
            <a:ext cx="9905998" cy="19050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ARP Spoofing</a:t>
            </a:r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8" name="Объект 7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A5655AD-F572-3977-EC00-0C16E1B24F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742" y="1204201"/>
            <a:ext cx="11926516" cy="5197826"/>
          </a:xfrm>
        </p:spPr>
      </p:pic>
    </p:spTree>
    <p:extLst>
      <p:ext uri="{BB962C8B-B14F-4D97-AF65-F5344CB8AC3E}">
        <p14:creationId xmlns:p14="http://schemas.microsoft.com/office/powerpoint/2010/main" val="3406092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8212B-1F3B-4090-B6AB-E46643193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97AB7BD9-C83E-892F-9CB6-E3F6515BB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-283200"/>
            <a:ext cx="9905998" cy="19050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ARP Spoofing -&gt; </a:t>
            </a:r>
            <a:r>
              <a:rPr lang="en-US" dirty="0" err="1">
                <a:solidFill>
                  <a:schemeClr val="tx1"/>
                </a:solidFill>
              </a:rPr>
              <a:t>WIREshark</a:t>
            </a:r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11" name="Объект 10" descr="Изображение выглядит как текст, снимок экрана, программное обеспечение, диспле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686DA81-3480-26BA-5586-9305A342E5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30400"/>
            <a:ext cx="12068148" cy="5330400"/>
          </a:xfrm>
        </p:spPr>
      </p:pic>
    </p:spTree>
    <p:extLst>
      <p:ext uri="{BB962C8B-B14F-4D97-AF65-F5344CB8AC3E}">
        <p14:creationId xmlns:p14="http://schemas.microsoft.com/office/powerpoint/2010/main" val="23680334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3B0964-6CE9-109F-396C-228E68454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756634"/>
            <a:ext cx="3549121" cy="1371600"/>
          </a:xfrm>
        </p:spPr>
        <p:txBody>
          <a:bodyPr/>
          <a:lstStyle/>
          <a:p>
            <a:r>
              <a:rPr lang="ru-RU" dirty="0"/>
              <a:t>Меры защиты для каждого</a:t>
            </a:r>
          </a:p>
        </p:txBody>
      </p:sp>
      <p:pic>
        <p:nvPicPr>
          <p:cNvPr id="6" name="Объект 5" descr="Изображение выглядит как электроника, технология, в помещении, компьютер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C1078E2-5D2C-9A5B-F217-DD46556E72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4813" y="609600"/>
            <a:ext cx="5181600" cy="5181600"/>
          </a:xfr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226D83E0-E9E8-68C3-9259-E72A5C4C27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1410" y="2510307"/>
            <a:ext cx="3549121" cy="3280893"/>
          </a:xfrm>
        </p:spPr>
        <p:txBody>
          <a:bodyPr>
            <a:normAutofit fontScale="92500" lnSpcReduction="10000"/>
          </a:bodyPr>
          <a:lstStyle/>
          <a:p>
            <a:r>
              <a:rPr lang="ru-RU" b="1" dirty="0"/>
              <a:t>Уровень 1: Периметр (роутер):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Смена паролей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Обновление прошивки</a:t>
            </a:r>
          </a:p>
          <a:p>
            <a:r>
              <a:rPr lang="ru-RU" b="1" dirty="0"/>
              <a:t>Уровень 2: (внутренняя сеть):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Сегментация сети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Защита конечных устройств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Осторожность внутри сети</a:t>
            </a:r>
          </a:p>
          <a:p>
            <a:r>
              <a:rPr lang="ru-RU" b="1" dirty="0"/>
              <a:t>Уровень 3: Поведенческий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Сложные пароли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Не светите личные данные</a:t>
            </a:r>
          </a:p>
        </p:txBody>
      </p:sp>
    </p:spTree>
    <p:extLst>
      <p:ext uri="{BB962C8B-B14F-4D97-AF65-F5344CB8AC3E}">
        <p14:creationId xmlns:p14="http://schemas.microsoft.com/office/powerpoint/2010/main" val="27212062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етка">
  <a:themeElements>
    <a:clrScheme name="Сетка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Сетка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Сетка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TM03457485[[fn=Сетка]]</Template>
  <TotalTime>2943</TotalTime>
  <Words>201</Words>
  <Application>Microsoft Office PowerPoint</Application>
  <PresentationFormat>Широкоэкранный</PresentationFormat>
  <Paragraphs>51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4" baseType="lpstr">
      <vt:lpstr>Arial</vt:lpstr>
      <vt:lpstr>Century Gothic</vt:lpstr>
      <vt:lpstr>Сетка</vt:lpstr>
      <vt:lpstr>А так ли безопасен ваш Wi-Fi?</vt:lpstr>
      <vt:lpstr>Дом – это НЕ крепость</vt:lpstr>
      <vt:lpstr>Как хакер попадает в сеть? </vt:lpstr>
      <vt:lpstr>Слабые настройки роутера, распространенные пароли Wi-fi </vt:lpstr>
      <vt:lpstr>Я внутри вашей сети. Что дальше?</vt:lpstr>
      <vt:lpstr>Разведка в сети</vt:lpstr>
      <vt:lpstr>Атака на умные устройства</vt:lpstr>
      <vt:lpstr>Атака на компьютеры и телефоны</vt:lpstr>
      <vt:lpstr>ARP Spoofing</vt:lpstr>
      <vt:lpstr>ARP Spoofing -&gt; WIREshark</vt:lpstr>
      <vt:lpstr>Меры защиты для каждого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Роман Устюжанинов</dc:creator>
  <cp:lastModifiedBy>Роман Устюжанинов</cp:lastModifiedBy>
  <cp:revision>36</cp:revision>
  <dcterms:created xsi:type="dcterms:W3CDTF">2025-09-25T08:48:40Z</dcterms:created>
  <dcterms:modified xsi:type="dcterms:W3CDTF">2025-09-27T09:58:04Z</dcterms:modified>
</cp:coreProperties>
</file>